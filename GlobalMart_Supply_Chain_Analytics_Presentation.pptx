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723948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 lang="en-US" dirty="0"/>
              <a:t>                              </a:t>
            </a:r>
            <a:r>
              <a:rPr dirty="0" err="1"/>
              <a:t>GlobalMart</a:t>
            </a:r>
            <a:r>
              <a:rPr dirty="0"/>
              <a:t> Supply Chain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4852" y="1097280"/>
            <a:ext cx="1056506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rPr dirty="0"/>
              <a:t>Executive Capstone Project</a:t>
            </a:r>
          </a:p>
          <a:p>
            <a:pPr>
              <a:defRPr sz="2200"/>
            </a:pPr>
            <a:r>
              <a:rPr dirty="0"/>
              <a:t>Prepared by: Owolabi Kaothar </a:t>
            </a:r>
            <a:r>
              <a:rPr dirty="0" err="1"/>
              <a:t>Pelumi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Business Problem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Increasing delivery delays</a:t>
            </a:r>
          </a:p>
          <a:p>
            <a:pPr>
              <a:defRPr sz="2200"/>
            </a:pPr>
            <a:r>
              <a:t>• Inventory imbalance</a:t>
            </a:r>
          </a:p>
          <a:p>
            <a:pPr>
              <a:defRPr sz="2200"/>
            </a:pPr>
            <a:r>
              <a:t>• Flat profit margins despite revenue growth</a:t>
            </a:r>
          </a:p>
          <a:p>
            <a:pPr>
              <a:defRPr sz="2200"/>
            </a:pPr>
            <a:r>
              <a:t>• Limited visibility for decision making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828800"/>
            <a:ext cx="109278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dirty="0"/>
              <a:t>Raw Data → Power Query Cleaning → DAX KPIs → Interactive Dashboards → Business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Data Overview &amp;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Rows: 1,784</a:t>
            </a:r>
          </a:p>
          <a:p>
            <a:pPr>
              <a:defRPr sz="2000"/>
            </a:pPr>
            <a:r>
              <a:t>Columns: 24</a:t>
            </a:r>
          </a:p>
          <a:p>
            <a:pPr>
              <a:defRPr sz="2000"/>
            </a:pPr>
            <a:r>
              <a:t>Date Range: 2023–2024</a:t>
            </a:r>
          </a:p>
          <a:p>
            <a:pPr>
              <a:defRPr sz="2000"/>
            </a:pPr>
            <a:r>
              <a:t>Suppliers: 13</a:t>
            </a:r>
          </a:p>
          <a:p>
            <a:pPr>
              <a:defRPr sz="2000"/>
            </a:pPr>
            <a:r>
              <a:t>Product Categories: 10</a:t>
            </a:r>
          </a:p>
          <a:p>
            <a:pPr>
              <a:defRPr sz="2000"/>
            </a:pPr>
            <a:r>
              <a:t>Regions: 5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Cleaning Performed:</a:t>
            </a:r>
          </a:p>
          <a:p>
            <a:pPr>
              <a:defRPr sz="2000"/>
            </a:pPr>
            <a:r>
              <a:t>• Removed duplicates</a:t>
            </a:r>
          </a:p>
          <a:p>
            <a:pPr>
              <a:defRPr sz="2000"/>
            </a:pPr>
            <a:r>
              <a:t>• Fixed date formats</a:t>
            </a:r>
          </a:p>
          <a:p>
            <a:pPr>
              <a:defRPr sz="2000"/>
            </a:pPr>
            <a:r>
              <a:t>• Corrected decimal inconsistencies</a:t>
            </a:r>
          </a:p>
          <a:p>
            <a:pPr>
              <a:defRPr sz="2000"/>
            </a:pPr>
            <a:r>
              <a:t>• Handled nulls</a:t>
            </a:r>
          </a:p>
          <a:p>
            <a:pPr>
              <a:defRPr sz="2000"/>
            </a:pPr>
            <a:r>
              <a:t>• Corrected invalid shipping records</a:t>
            </a:r>
          </a:p>
          <a:p>
            <a:pPr>
              <a:defRPr sz="2000"/>
            </a:pPr>
            <a:r>
              <a:t>• Fixed unit price/cost errors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Delivery Performance Insights</a:t>
            </a:r>
          </a:p>
        </p:txBody>
      </p:sp>
      <p:pic>
        <p:nvPicPr>
          <p:cNvPr id="3" name="Picture 2" descr="Screenshot 2026-07-21 2257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772400" cy="44413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21040" y="822960"/>
            <a:ext cx="34747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FastTrack had highest late deliveries</a:t>
            </a:r>
          </a:p>
          <a:p>
            <a:pPr>
              <a:defRPr sz="1800"/>
            </a:pPr>
            <a:r>
              <a:t>• Express most reliable</a:t>
            </a:r>
          </a:p>
          <a:p>
            <a:pPr>
              <a:defRPr sz="1800"/>
            </a:pPr>
            <a:r>
              <a:t>• Avg shipping: 8 days</a:t>
            </a:r>
          </a:p>
          <a:p>
            <a:pPr>
              <a:defRPr sz="1800"/>
            </a:pPr>
            <a:r>
              <a:t>• Health &amp; Beauty highest damage</a:t>
            </a:r>
          </a:p>
          <a:p>
            <a:pPr>
              <a:defRPr sz="1800"/>
            </a:pPr>
            <a:r>
              <a:t>• March 2024 strongest on-time trend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Profitability Analysis Insights</a:t>
            </a:r>
          </a:p>
        </p:txBody>
      </p:sp>
      <p:pic>
        <p:nvPicPr>
          <p:cNvPr id="3" name="Picture 2" descr="Screenshot 2026-07-21 2258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772400" cy="440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21040" y="822960"/>
            <a:ext cx="34747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Revenue: 620.47M</a:t>
            </a:r>
          </a:p>
          <a:p>
            <a:pPr>
              <a:defRPr sz="1800"/>
            </a:pPr>
            <a:r>
              <a:t>• Profit: 172.98M</a:t>
            </a:r>
          </a:p>
          <a:p>
            <a:pPr>
              <a:defRPr sz="1800"/>
            </a:pPr>
            <a:r>
              <a:t>• East Africa highest revenue</a:t>
            </a:r>
          </a:p>
          <a:p>
            <a:pPr>
              <a:defRPr sz="1800"/>
            </a:pPr>
            <a:r>
              <a:t>• Health &amp; Beauty most profitable</a:t>
            </a:r>
          </a:p>
          <a:p>
            <a:pPr>
              <a:defRPr sz="1800"/>
            </a:pPr>
            <a:r>
              <a:t>• QuickShip Co top supplier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Inventory Optimization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Inventory generally aligned with demand</a:t>
            </a:r>
          </a:p>
          <a:p>
            <a:pPr>
              <a:defRPr sz="2200"/>
            </a:pPr>
            <a:r>
              <a:t>• Health &amp; Beauty showed strongest demand</a:t>
            </a:r>
          </a:p>
          <a:p>
            <a:pPr>
              <a:defRPr sz="2200"/>
            </a:pPr>
            <a:r>
              <a:t>• Monitor categories with widening stock-demand gaps</a:t>
            </a:r>
          </a:p>
          <a:p>
            <a:pPr>
              <a:defRPr sz="2200"/>
            </a:pPr>
            <a:r>
              <a:t>• Improve replenishment planning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Business Trends &amp;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Revenue peaked in February, July and October</a:t>
            </a:r>
          </a:p>
          <a:p>
            <a:pPr>
              <a:defRPr sz="2200"/>
            </a:pPr>
            <a:r>
              <a:t>• Lowest revenue observed in seven months</a:t>
            </a:r>
          </a:p>
          <a:p>
            <a:pPr>
              <a:defRPr sz="2200"/>
            </a:pPr>
            <a:r>
              <a:t>• East Africa led regional performance</a:t>
            </a:r>
          </a:p>
          <a:p>
            <a:pPr>
              <a:defRPr sz="2200"/>
            </a:pPr>
            <a:r>
              <a:t>• Delivery performance varied by shipping mode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Strategic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Prioritize FastTrack supplier improvement</a:t>
            </a:r>
          </a:p>
          <a:p>
            <a:pPr>
              <a:defRPr sz="2200"/>
            </a:pPr>
            <a:r>
              <a:t>• Increase Express shipping for urgent orders</a:t>
            </a:r>
          </a:p>
          <a:p>
            <a:pPr>
              <a:defRPr sz="2200"/>
            </a:pPr>
            <a:r>
              <a:t>• Strengthen packaging for Health &amp; Beauty</a:t>
            </a:r>
          </a:p>
          <a:p>
            <a:pPr>
              <a:defRPr sz="2200"/>
            </a:pPr>
            <a:r>
              <a:t>• Monitor revenue trends monthly</a:t>
            </a:r>
          </a:p>
          <a:p>
            <a:pPr>
              <a:defRPr sz="2200"/>
            </a:pPr>
            <a:r>
              <a:t>• Use dashboards for continuous KPI tracking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Conclusion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55578"/>
            <a:ext cx="1218882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400"/>
            </a:pPr>
            <a:r>
              <a:rPr dirty="0"/>
              <a:t>The dashboards provide actionable insights into supply chain efficiency and business profitability. 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400"/>
            </a:pPr>
            <a:r>
              <a:rPr dirty="0"/>
              <a:t>Continuous monitoring of delivery, inventory and financial KPIs will support faster and better strategic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291</Words>
  <Application>Microsoft Office PowerPoint</Application>
  <PresentationFormat>Custom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Kaothar Owolabi</cp:lastModifiedBy>
  <cp:revision>2</cp:revision>
  <dcterms:created xsi:type="dcterms:W3CDTF">2013-01-27T09:14:16Z</dcterms:created>
  <dcterms:modified xsi:type="dcterms:W3CDTF">2026-07-21T22:15:48Z</dcterms:modified>
  <cp:category/>
</cp:coreProperties>
</file>